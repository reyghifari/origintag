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satu kalimat: OriginTag adalah paspor digital untuk barang fisik, dibangun di BNB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Masalahnya: barang palsu, sertifikat kertas gampang dipalsukan, garansi tak bisa dicek, dan pembeli barang bekas tidak punya bukti apa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Solusinya: setiap barang dapat paspor on-chain. Tunjukkan Beranda — barang milik user, skor keaslian, dan aksi Daftar/Pasar.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Alurnya empat langkah: foto barang, AI menilai keaslian, passport NFT di-mint, lalu bisa dijual lagi dengan escrow.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Registrasi cukup satu menit. Foto disimpan di BNB Greenfield, AI menilai, passport langsung di-mint ke wallet pemilik. Login pakai Google — tanpa seed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bukan stempel otomatis: foto katalog/stok ditolak (skor 50, ditahan untuk review). Barang lolos ambang 70 baru di-mint.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escrow: NFT dan pembayaran bertukar dalam satu transaksi. Penjual dibayar, pembeli dapat passport, riwayat tercatat otomatis. Fee 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barang membawa ceritanya: riwayat kepemilikan, trust score pemilik, recall dari brand, dan riwayat servis — bisa dicari siapa saja.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Arsitektur: app Android menandatangani transaksi langsung dari wallet user; backend NestJS mengurus AI, penyimpanan Greenfield, dan menyusun transaksi.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bukan mockup: kontrak sudah live di BSC Testnet, 15 test lulus, dan alur daftar–jual–beli–batal sudah diuji on-chain dari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bisnis: fee 2% tiap penjualan ulang, lalu layanan untuk brand. Roadmap: tag NFC, portal brand, lalu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Saya membangun OriginTag sendirian: kontrak, backend, integrasi AI, dan app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tagline dan ajak juri mencoba demo / melihat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raihanghifari/Documents/web3/OriginTag/brandin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BNB Chain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0116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-2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OriginTag</a:t>
            </a:r>
            <a:endParaRPr lang="en-US" sz="8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429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passport for every </a:t>
            </a:r>
            <a:pPr indent="0" marL="0">
              <a:buNone/>
            </a:pPr>
            <a:r>
              <a:rPr lang="en-US" sz="3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product.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846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· Ownership history · Escrow resale</a:t>
            </a:r>
            <a:endParaRPr lang="en-US" sz="1600" dirty="0"/>
          </a:p>
        </p:txBody>
      </p:sp>
      <p:pic>
        <p:nvPicPr>
          <p:cNvPr id="8" name="Image 1" descr="/private/tmp/claude-501/-Users-raihanghifari-Documents-web3-OriginTag/c1f18eb9-e84f-49b2-b176-804119c41f4a/scratchpad/deck/f-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37160"/>
            <a:ext cx="323198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1417320"/>
            <a:ext cx="10058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spc="-1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Counterfeits flood resale markets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certificates are easy to fake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Warranties can’t be verified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history is invisible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pay with zero proof…</a:t>
            </a:r>
            <a:endParaRPr lang="en-US" sz="4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raihanghifari-Documents-web3-OriginTag/c1f18eb9-e84f-49b2-b176-804119c41f4a/scratchpad/deck/f-beran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"/>
            <a:ext cx="3231988" cy="6583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46320" y="128016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OriginTag</a:t>
            </a:r>
            <a:pPr indent="0" marL="0">
              <a:buNone/>
            </a:pPr>
            <a:r>
              <a:rPr lang="en-US" sz="36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every physical product an </a:t>
            </a:r>
            <a:pPr indent="0" marL="0">
              <a:buNone/>
            </a:pPr>
            <a:r>
              <a:rPr lang="en-US" sz="36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passport</a:t>
            </a:r>
            <a:pPr indent="0" marL="0">
              <a:buNone/>
            </a:pPr>
            <a:r>
              <a:rPr lang="en-US" sz="36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proof of </a:t>
            </a:r>
            <a:pPr indent="0" marL="0">
              <a:buNone/>
            </a:pPr>
            <a:r>
              <a:rPr lang="en-US" sz="36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</a:t>
            </a:r>
            <a:pPr indent="0" marL="0">
              <a:buNone/>
            </a:pPr>
            <a:r>
              <a:rPr lang="en-US" sz="36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travels with it </a:t>
            </a:r>
            <a:pPr indent="0" marL="0">
              <a:buNone/>
            </a:pPr>
            <a:r>
              <a:rPr lang="en-US" sz="36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life.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828800"/>
            <a:ext cx="2514600" cy="40233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&amp; register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1605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photographs the item and fills in brand, serial and warranty.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29000" y="1828800"/>
            <a:ext cx="2514600" cy="40233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verifies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41605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scores authenticity 0–100. Below 70 goes to manual review.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2514600" cy="40233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minted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1605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BEP-721 passport is minted to the owner. Evidence lives on BNB Greenfield.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006840" y="1828800"/>
            <a:ext cx="2514600" cy="40233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2688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with escrow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41605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and payment swap atomically. History updates itself.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18872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in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minute.</a:t>
            </a:r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Photos go to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Greenfield</a:t>
            </a:r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AI scores authenticity, and a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BEP-721 passport</a:t>
            </a:r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lands in the owner’s wallet.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754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email login via Web3Auth — no seed phrase.</a:t>
            </a:r>
            <a:endParaRPr lang="en-US" sz="1600" dirty="0"/>
          </a:p>
        </p:txBody>
      </p:sp>
      <p:pic>
        <p:nvPicPr>
          <p:cNvPr id="5" name="Image 0" descr="/private/tmp/claude-501/-Users-raihanghifari-Documents-web3-OriginTag/c1f18eb9-e84f-49b2-b176-804119c41f4a/scratchpad/deck/f-daf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7160"/>
            <a:ext cx="323198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can’t be fooled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645920"/>
            <a:ext cx="3246120" cy="301752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874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pPr indent="0" marL="0">
              <a:buNone/>
            </a:pPr>
            <a:r>
              <a:rPr lang="en-US" sz="2200" b="1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/100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Minted automatically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611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at or above the threshold get a passport right away.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1645920"/>
            <a:ext cx="3246120" cy="301752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1874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D9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indent="0" marL="0">
              <a:buNone/>
            </a:pPr>
            <a:r>
              <a:rPr lang="en-US" sz="2200" b="1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/100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for review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3611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result: a single catalog photo can’t prove the physical unit.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029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score, serial and warranty is written on-chain.</a:t>
            </a:r>
            <a:endParaRPr lang="en-US" sz="1800" dirty="0"/>
          </a:p>
        </p:txBody>
      </p:sp>
      <p:pic>
        <p:nvPicPr>
          <p:cNvPr id="13" name="Image 0" descr="/private/tmp/claude-501/-Users-raihanghifari-Documents-web3-OriginTag/c1f18eb9-e84f-49b2-b176-804119c41f4a/scratchpad/deck/f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7160"/>
            <a:ext cx="323198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raihanghifari-Documents-web3-OriginTag/c1f18eb9-e84f-49b2-b176-804119c41f4a/scratchpad/deck/f-pas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"/>
            <a:ext cx="3231988" cy="6583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46320" y="1097280"/>
            <a:ext cx="6675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with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escrow.</a:t>
            </a:r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NFT and payment swap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atomically</a:t>
            </a:r>
            <a:pPr indent="0" marL="0">
              <a:buNone/>
            </a:pPr>
            <a:r>
              <a:rPr lang="en-US" sz="3200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seller gets paid, the buyer gets the passport, and </a:t>
            </a:r>
            <a:pPr indent="0" marL="0">
              <a:buNone/>
            </a:pPr>
            <a:r>
              <a:rPr lang="en-US" sz="32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updates itself.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4846320" y="5074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platform fee · overpayment refunded · cancel anytime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0058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carries its </a:t>
            </a:r>
            <a:pPr indent="0" marL="0">
              <a:buNone/>
            </a:pPr>
            <a:r>
              <a:rPr lang="en-US" sz="4000" b="1" spc="-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story.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2587752"/>
            <a:ext cx="292608" cy="292608"/>
          </a:xfrm>
          <a:prstGeom prst="ellipse">
            <a:avLst/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34440" y="2514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history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907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transfer and sale, recorded automatically.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456432"/>
            <a:ext cx="292608" cy="292608"/>
          </a:xfrm>
          <a:prstGeom prst="ellipse">
            <a:avLst/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444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776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reputation from items held and sold.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325112"/>
            <a:ext cx="292608" cy="292608"/>
          </a:xfrm>
          <a:prstGeom prst="ellipse">
            <a:avLst/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4251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645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flag affected items instantly.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5193792"/>
            <a:ext cx="292608" cy="292608"/>
          </a:xfrm>
          <a:prstGeom prst="ellipse">
            <a:avLst/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34440" y="5120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records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5513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and servicing stay with the item.</a:t>
            </a:r>
            <a:endParaRPr lang="en-US" sz="1500" dirty="0"/>
          </a:p>
        </p:txBody>
      </p:sp>
      <p:pic>
        <p:nvPicPr>
          <p:cNvPr id="16" name="Image 0" descr="/private/tmp/claude-501/-Users-raihanghifari-Documents-web3-OriginTag/c1f18eb9-e84f-49b2-b176-804119c41f4a/scratchpad/deck/f-expl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7160"/>
            <a:ext cx="323198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2377440"/>
            <a:ext cx="2743200" cy="1737360"/>
          </a:xfrm>
          <a:prstGeom prst="roundRect">
            <a:avLst>
              <a:gd name="adj" fmla="val 10526"/>
            </a:avLst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971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· Jetpack Compose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Web3Auth social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txs with web3j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2377440"/>
            <a:ext cx="2743200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2971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· ethers v6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unsigned txs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events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0" y="1234440"/>
            <a:ext cx="2926080" cy="13258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2396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score 0–100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95360" y="2743200"/>
            <a:ext cx="2926080" cy="13258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239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Greenfield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evidence storage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95360" y="4251960"/>
            <a:ext cx="292608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2396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Smart Chain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4846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OriginTagPassport (BEP-721)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OriginTagMarketplace (escrow)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1188720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315200" y="2926080"/>
            <a:ext cx="1280160" cy="-100584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15200" y="3246120"/>
            <a:ext cx="1280160" cy="13716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15200" y="3566160"/>
            <a:ext cx="1280160" cy="128016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011680" y="4114800"/>
            <a:ext cx="0" cy="141732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11680" y="5532120"/>
            <a:ext cx="6583680" cy="0"/>
          </a:xfrm>
          <a:prstGeom prst="line">
            <a:avLst/>
          </a:prstGeom>
          <a:noFill/>
          <a:ln w="25400">
            <a:solidFill>
              <a:srgbClr val="9AA3C7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19456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signs on-device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BSC Testnet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288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54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 deployed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429000" y="18288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3154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passing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8288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154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passports minted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18288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154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verified on-chain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→ list → buy → cancel, all signed from the app.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Passport  </a:t>
            </a:r>
            <a:pPr indent="0" marL="0">
              <a:buNone/>
            </a:pPr>
            <a:r>
              <a:rPr lang="en-US" sz="14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0xE3Be425968a96A79FC5a9bd370cc075247BD7b00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  </a:t>
            </a:r>
            <a:pPr indent="0" marL="0">
              <a:buNone/>
            </a:pPr>
            <a:r>
              <a:rPr lang="en-US" sz="14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0xcE03f725544ed187776af608780A3F95df06F339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roadmap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630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9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on every resale,</a:t>
            </a:r>
            <a:endParaRPr lang="en-US" sz="9600" dirty="0"/>
          </a:p>
          <a:p>
            <a:pPr indent="0" marL="0">
              <a:buNone/>
            </a:pPr>
            <a:r>
              <a:rPr lang="en-US" sz="18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on-chain by the escrow contract.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5943600" y="1554480"/>
            <a:ext cx="55778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737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on BSC Testnet — app, AI, escrow marketplace.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0" y="2926080"/>
            <a:ext cx="55778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108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tags on products, brand portal for recalls and verified minting.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43600" y="4297680"/>
            <a:ext cx="55778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4480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4480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Mainnet, partner brands, verification plans for resellers.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spc="-1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</a:t>
            </a:r>
            <a:pPr indent="0" marL="0">
              <a:buNone/>
            </a:pPr>
            <a:r>
              <a:rPr lang="en-US" sz="5400" b="1" spc="-1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pPr indent="0" marL="0">
              <a:buNone/>
            </a:pPr>
            <a:r>
              <a:rPr lang="en-US" sz="5400" spc="-15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end to end.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builder shipped the contracts, backend, AI pipeline and the Android app.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371600"/>
            <a:ext cx="4846320" cy="42062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86600" y="1783080"/>
            <a:ext cx="1005840" cy="1005840"/>
          </a:xfrm>
          <a:prstGeom prst="ellipse">
            <a:avLst/>
          </a:prstGeom>
          <a:solidFill>
            <a:srgbClr val="3B57E6"/>
          </a:solidFill>
          <a:ln w="12700">
            <a:solidFill>
              <a:srgbClr val="3B57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Raihan Ghifari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Full-stack &amp; Web3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· OpenZeppelin · Hardhat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36758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6758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· ethers · Greenfield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42428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424281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authenticity scoring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48097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8097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· Compose · Web3Auth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github.com/reyghifari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raihanghifari/Documents/web3/OriginTag/brandin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7373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Authentic.</a:t>
            </a:r>
            <a:endParaRPr lang="en-US" sz="9600" dirty="0"/>
          </a:p>
          <a:p>
            <a:pPr indent="0" marL="0">
              <a:buNone/>
            </a:pPr>
            <a:r>
              <a:rPr lang="en-US" sz="9600" b="1" spc="-3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life.</a:t>
            </a:r>
            <a:endParaRPr lang="en-US" sz="9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OriginTag — digital passports for physical goods, on BNB Chain.</a:t>
            </a:r>
            <a:endParaRPr lang="en-US" sz="1800" dirty="0"/>
          </a:p>
        </p:txBody>
      </p:sp>
      <p:pic>
        <p:nvPicPr>
          <p:cNvPr id="6" name="Image 1" descr="/private/tmp/claude-501/-Users-raihanghifari-Documents-web3-OriginTag/c1f18eb9-e84f-49b2-b176-804119c41f4a/scratchpad/deck/f-beran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37160"/>
            <a:ext cx="3231988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OriginTag — Pitch Deck</dc:title>
  <dc:subject>PptxGenJS Presentation</dc:subject>
  <dc:creator>PptxGenJS</dc:creator>
  <cp:lastModifiedBy>PptxGenJS</cp:lastModifiedBy>
  <cp:revision>1</cp:revision>
  <dcterms:created xsi:type="dcterms:W3CDTF">2026-09-27T05:39:31Z</dcterms:created>
  <dcterms:modified xsi:type="dcterms:W3CDTF">2026-09-27T05:39:31Z</dcterms:modified>
</cp:coreProperties>
</file>